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CDC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大家好，今天我将为大家介绍我们关于“多源记忆管道设计”的方案。我们的核心目标是在不影响现有系统主链路稳定性的基础上，为系统引入全新的多源记忆生成能力，以提升整体的智能化水平。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设计新方案之前，我们必须明确几个关键的约束条件。首先，现有的agent_chat路径是我们的核心业务，绝对不能改动，以保证系统的稳定运行。其次，MemCell数据结构和MemoryManager的extract_memory接口是下游所有记忆处理模块的基础，同样不能修改。最后，我们的新方案必须完全兼容现有的下游记忆提取器，确保新数据能够无缝接入。这三个约束是我们设计的前提和底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双路径架构，我们引入了四个核心模块。首先是MemUnit，它是一个内存级的统一数据抽象，作为所有新数据源的中间表示。其次是MemUnitExtractor，它的作用是将不同来源的原始数据，比如短信、通话记录等，统一转换为MemUnit格式。然后是Registry，它提供了一个灵活的注册机制，方便我们配置不同数据源对应的Extractor和处理规则。最后是MemCellBuilder，它根据预设的策略，将MemUnit组装成最终的MemCell数据，供下游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规划了清晰的落地计划和需要关注的风险点。实施将分为五个阶段，从基础架构搭建开始，逐步接入各类数据源，并最终完成端到端测试。同时，我们识别出三个主要风险：一是merge策略可能导致的误合并问题；二是新数据格式与下游组件的兼容性问题；三是健康数据中的噪声处理。针对这些风险，我们将在实施过程中重点关注并制定相应的应对措施。我的介绍到此结束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规划了清晰的落地计划和需要关注的风险点。实施将分为五个阶段，从基础架构搭建开始，逐步接入各类数据源，并最终完成端到端测试。同时，我们识别出三个主要风险：一是merge策略可能导致的误合并问题；二是新数据格式与下游组件的兼容性问题；三是健康数据中的噪声处理。针对这些风险，我们将在实施过程中重点关注并制定相应的应对措施。我的介绍到此结束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571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26" Type="http://schemas.openxmlformats.org/officeDocument/2006/relationships/image" Target="../media/image32.svg"/><Relationship Id="rId3" Type="http://schemas.openxmlformats.org/officeDocument/2006/relationships/image" Target="../media/image11.png"/><Relationship Id="rId21" Type="http://schemas.openxmlformats.org/officeDocument/2006/relationships/image" Target="../media/image27.png"/><Relationship Id="rId7" Type="http://schemas.openxmlformats.org/officeDocument/2006/relationships/image" Target="../media/image15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7.png"/><Relationship Id="rId24" Type="http://schemas.openxmlformats.org/officeDocument/2006/relationships/image" Target="../media/image30.sv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8.svg"/><Relationship Id="rId19" Type="http://schemas.openxmlformats.org/officeDocument/2006/relationships/image" Target="../media/image25.png"/><Relationship Id="rId4" Type="http://schemas.openxmlformats.org/officeDocument/2006/relationships/image" Target="../media/image12.svg"/><Relationship Id="rId9" Type="http://schemas.openxmlformats.org/officeDocument/2006/relationships/image" Target="../media/image7.png"/><Relationship Id="rId14" Type="http://schemas.openxmlformats.org/officeDocument/2006/relationships/image" Target="../media/image20.svg"/><Relationship Id="rId22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Relationship Id="rId14" Type="http://schemas.openxmlformats.org/officeDocument/2006/relationships/image" Target="../media/image5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A2A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1524000"/>
            <a:ext cx="1092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Multi-Source Memory Pipeline Design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在保持现有主链路稳定的前提下，接入多源记忆生成能力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4000" y="4445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606800" y="514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主链路稳定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444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34000" y="514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多源接入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8400" y="444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61200" y="514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记忆生成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6350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A2A54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 Technical Solution Report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问题与约束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981200" y="2209800"/>
            <a:ext cx="863600" cy="863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9000" y="23876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22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核心路径锁定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8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现有 agent_chat 路径不能动，确保核心业务流程的稳定性，所有改动需避开此路径。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664200" y="2209800"/>
            <a:ext cx="863600" cy="863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23876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322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接口稳定性约束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368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MemCell 与 extract_memory() 接口禁止修改，保持全局兼容性，防止下游功能异常。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905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347200" y="2209800"/>
            <a:ext cx="863600" cy="8636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23876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255000" y="3225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向后兼容性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683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新方案生成的数据必须能被现有下游 memory extractor 正确识别，实现无缝接入。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A2A5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613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设计底线：</a:t>
            </a:r>
            <a:r>
              <a:rPr lang="en-US" sz="1400" b="0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在不破坏现有核心路径和接口的前提下，通过适配层实现新功能的平滑升级。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508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8828C"/>
                </a:solidFill>
                <a:latin typeface="Noto Sans SC"/>
                <a:ea typeface="Noto Sans SC"/>
                <a:cs typeface="Noto Sans SC"/>
                <a:sym typeface="Noto Sans SC"/>
              </a:rPr>
              <a:t>现有路径 (Path A)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19685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13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095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Conversation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0" y="215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429000" y="19685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0" y="2133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2095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ConvMemCell</a:t>
            </a:r>
            <a:b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Extractor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0" y="2159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69000" y="1968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0" y="2133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477000" y="2095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MemCell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2159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001000" y="19685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0A2A54">
              <a:alpha val="10000"/>
            </a:srgbClr>
          </a:solidFill>
          <a:ln w="12700" cap="flat" cmpd="sng">
            <a:solidFill>
              <a:srgbClr val="0A2A5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28000" y="2133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09000" y="2095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Downstream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317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EBF2FF">
              <a:alpha val="100000"/>
            </a:srgbClr>
          </a:solidFill>
          <a:ln cap="flat" cmpd="sng">
            <a:solidFill>
              <a:srgbClr val="BDCB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89000" y="3302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新增路径 (Path B)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43000" y="36195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70000" y="3784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3746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New Source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0" y="38100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3429000" y="36195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6000" y="3784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3937000" y="3746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MemUnit</a:t>
            </a:r>
            <a:b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Extractor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88000" y="38100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5969000" y="3619500"/>
            <a:ext cx="152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96000" y="37846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477000" y="3746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MemUnit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6200000">
            <a:off x="6604000" y="2892356"/>
            <a:ext cx="396000" cy="3960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6000" y="5372100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1397000" y="5334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两条路径最终汇入同一个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memory </a:t>
            </a:r>
            <a:r>
              <a:rPr lang="en-US" altLang="zh-CN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cell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，实现新旧功能无缝融合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41" name="Picture 34">
            <a:extLst>
              <a:ext uri="{FF2B5EF4-FFF2-40B4-BE49-F238E27FC236}">
                <a16:creationId xmlns:a16="http://schemas.microsoft.com/office/drawing/2014/main" id="{C88F0A5B-AFFC-4729-9364-2563E1BBAA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200000">
            <a:off x="6602499" y="3135286"/>
            <a:ext cx="396000" cy="396000"/>
          </a:xfrm>
          <a:prstGeom prst="rect">
            <a:avLst/>
          </a:prstGeom>
        </p:spPr>
      </p:pic>
      <p:pic>
        <p:nvPicPr>
          <p:cNvPr id="42" name="Picture 34">
            <a:extLst>
              <a:ext uri="{FF2B5EF4-FFF2-40B4-BE49-F238E27FC236}">
                <a16:creationId xmlns:a16="http://schemas.microsoft.com/office/drawing/2014/main" id="{3E373D07-9216-4818-BF4F-A46F9B92893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6200000">
            <a:off x="6602491" y="2637355"/>
            <a:ext cx="396000" cy="3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新增模块设计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54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MemUnit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内存级的统一数据抽象，是各源数据的中间表示，为数据流转提供标准化载体。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1854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MemUnitExtractor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413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负责将特定源（如短信、通话记录）的原始数据清洗并转换为标准的 MemUnit 格式。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01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Registry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提供可配置的注册机制，集中管理不同数据源对应的 Extractor 和 Pipeline 处理规则。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06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01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MemCellBuilder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572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根据预设策略（直接组装或融合计算）将 MemUnit 构建为最终可用的 MemCell 数据。</a:t>
            </a:r>
            <a:endParaRPr lang="en-US" sz="11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826C692-4EA0-4498-B51F-55EFE702D9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839" y="1454087"/>
            <a:ext cx="4972744" cy="210531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DDF811B-A4F4-4054-AF97-63001E8A65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7615" y="1553722"/>
            <a:ext cx="4330385" cy="195291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DCA88CE-B2BA-4B11-A859-C76C5ACFF1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5847" y="3787618"/>
            <a:ext cx="4233919" cy="218273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CBB3565-C75E-4691-8A27-DBA132DF26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0500" y="3816675"/>
            <a:ext cx="4804387" cy="21827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落地与风险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实施节奏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1905000" cy="1143000"/>
          </a:xfrm>
          <a:prstGeom prst="roundRect">
            <a:avLst>
              <a:gd name="adj" fmla="val 11111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3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22225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Phase 0: 基础搭建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MemUnit, Registry, Builder</a:t>
            </a:r>
          </a:p>
        </p:txBody>
      </p:sp>
      <p:sp>
        <p:nvSpPr>
          <p:cNvPr id="8" name="AutoShape 8"/>
          <p:cNvSpPr/>
          <p:nvPr/>
        </p:nvSpPr>
        <p:spPr>
          <a:xfrm>
            <a:off x="2857500" y="1714500"/>
            <a:ext cx="1905000" cy="1143000"/>
          </a:xfrm>
          <a:prstGeom prst="roundRect">
            <a:avLst>
              <a:gd name="adj" fmla="val 11111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68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857500" y="22225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Phase 1: 日历通知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接入日历与推送通知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953000" y="1714500"/>
            <a:ext cx="1905000" cy="1143000"/>
          </a:xfrm>
          <a:prstGeom prst="roundRect">
            <a:avLst>
              <a:gd name="adj" fmla="val 11111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23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22225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Phase 2: 通信合并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短信/通话 + Merge策略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048500" y="1714500"/>
            <a:ext cx="1905000" cy="1143000"/>
          </a:xfrm>
          <a:prstGeom prst="roundRect">
            <a:avLst>
              <a:gd name="adj" fmla="val 11111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7800" y="177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22225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Phase 3: 多元数据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照片/笔记/健康数据接入</a:t>
            </a:r>
          </a:p>
        </p:txBody>
      </p:sp>
      <p:sp>
        <p:nvSpPr>
          <p:cNvPr id="17" name="AutoShape 17"/>
          <p:cNvSpPr/>
          <p:nvPr/>
        </p:nvSpPr>
        <p:spPr>
          <a:xfrm>
            <a:off x="9144000" y="1714500"/>
            <a:ext cx="1905000" cy="1143000"/>
          </a:xfrm>
          <a:prstGeom prst="roundRect">
            <a:avLst>
              <a:gd name="adj" fmla="val 11111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93300" y="177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44000" y="22225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Phase 4: 测试优化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端到端(E2E)测试与调优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330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▍主要风险与挑战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000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3962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Merge 误合并风险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4445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时间窗口内的非相关事件可能被错误地合并在一起，影响记忆准确性。需优化相似度算法。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942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48200" y="4000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29200" y="3962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Original Data 兼容性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48200" y="4445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新数据源的 Original Data 格式需要与下游提取器的消费方式完全对齐，否则会导致解析失败。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264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80400" y="4000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61400" y="3962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Fitness_Health 噪声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80400" y="4445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健康数据通常包含大量无意义的噪声（如微小波动），需要设计有效的过滤机制以提升信噪比。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A2A5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</a:t>
            </a:r>
            <a:endParaRPr lang="en-US" sz="11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774A68A-7917-405B-A81B-BB4017194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35" y="2021121"/>
            <a:ext cx="8652107" cy="446365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D9CCB010-02A2-4C55-90D5-DBEBBA929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751" y="1304218"/>
            <a:ext cx="6106377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9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372</Words>
  <Application>Microsoft Office PowerPoint</Application>
  <PresentationFormat>宽屏</PresentationFormat>
  <Paragraphs>71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yeqin zhang</cp:lastModifiedBy>
  <cp:revision>7</cp:revision>
  <dcterms:modified xsi:type="dcterms:W3CDTF">2026-04-03T06:58:22Z</dcterms:modified>
</cp:coreProperties>
</file>